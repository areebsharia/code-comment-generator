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Arial"/>
              </a:rPr>
              <a:t>Score on 500 held-out test examples (placeholder values)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From-scratch Transformer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BLEU-4</c:v>
                  </c:pt>
                  <c:pt idx="1">
                    <c:v>ROUGE-L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8.5</c:v>
                </c:pt>
                <c:pt idx="1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CodeT5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BLEU-4</c:v>
                  </c:pt>
                  <c:pt idx="1">
                    <c:v>ROUGE-L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18.5</c:v>
                </c:pt>
                <c:pt idx="1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sequence-to-sequence models for generating Java method comments,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Visual Studio Code extension.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 Areeb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Analytics  ·  Georgia 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 spend roughly 60% of their time reading code, not writing 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comments dramatically reduce that overhead, but writing them is tedious. They're often missing, outdated, or wrong.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model can read a method and produce a correct one-line summary, the cost of well-documented codebases drops to near zero.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228600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Java method, can a neural network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useful natural-language summary?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does a from-scratch implementation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 fine-tuned pre-trained model 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the same metric, the same test set?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approaches, head to head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share the same data pipeline, the same evaluation, and the same downstream server — so the comparison is direct.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5303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from scratch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Transformer built component-by-component in PyTorch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layers, 4 attention heads, 256 hidden, ~5M parameters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tokenizers (8K vocab) trained from scratch on the corpus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20K Java function/docstring pairs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194560"/>
            <a:ext cx="5303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1323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CodeT5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codet5-small, pre-trained on ~8M code/text pairs across 6 languages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 parameters, identifier-aware pre-training objectives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Roberta tokenizer, no custom vocabulary needed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30K Java function/docstring pairs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CodeSearchNet (Husain et al., 2019)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function/docstring pairs mined from open-source GitHub repositories.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Java pairs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606040"/>
            <a:ext cx="26060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697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26060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697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606040"/>
            <a:ext cx="26060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697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91540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codebases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docstrings to first sentence (drop @param, @return blocks)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non-ASCII content; remove HTML tags from Javadoc bodies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pairs where docstring is longer than code (usually multi-paragraph essays, not summaries)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filters: code 10–400 words, docstring 3–50 words; deduplicate on docstring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Transformer from scratch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2860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block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2860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block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2286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block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2286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PosEnc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22860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block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788920"/>
            <a:ext cx="22860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block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566160"/>
            <a:ext cx="2286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block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434840"/>
            <a:ext cx="2286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PosEnc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comment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33172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78892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built from scratch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1031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positional encoding (Vaswani et al., 2017)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scaled dot-product attention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block: self-attention → FFN with residual + LayerNorm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block: masked self-attention → cross-attention → FFN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 on decoder self-attention prevents future token leakage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5349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one-cycle LR (max 3e-4), label smoothing 0.1, gradient clip 1.0, 5 epochs, batch size 32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Fine-tuned CodeT5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8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pre-training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pre-trained CodeT5 on ~8 million code/text pairs across Python, Java, JavaScript, Go, Ruby, and PHP — using identifier-aware masking objectives that teach the model what variable names mean. Fine-tuning on our 30K Java pairs is a much smaller incremental step than training from scratch.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Salesforce/codet5-small (60M parameters)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Tokenizer: native Roberta BPE (32K vocab)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Seq2SeqTrainer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on 30K examples, batch size 16, FP16 mixed precision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learning rate 5e-5, 500-step warmup, weight decay 0.01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(beam search)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34747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size 4 — explores multiple candidate sequences in parallel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no_repeat_ngram_size = 3 to suppress phrase looping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when all beams produce &lt;eos&gt;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output length 64 tokens — comments should be summaries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~150ms latency per request on a T4 GPU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scored on 500 held-out CodeSearchNet test examples — never seen during training.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73152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Papineni et al., ACL 2002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precision against the reference comment.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machine-translation metric, also used by DeepCom and the CodeXGLUE benchmark for code summarization.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on word choice: "finds the user" vs "locates the user" scores low even though both are correct.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103120"/>
            <a:ext cx="73152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Lin, ACL Workshop 2004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108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subsequence-based F1 score.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forgiving on word order and synonyms than BLEU; often correlates better with human judgment for summarization.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Complemented with a qualitative side-by-side, since both metrics are imperfect proxies for "is this comment useful?"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0" y="210312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CodeT5 wins decisively on both metrics — expected, given the pre-training scale advantage.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model produces grammatical-but-generic output ("Returns the value of the field").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CodeT5 picks up on identifier semantics — given findUserById, it produces "find a user by id".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above are illustrative and will be replaced with measured values from the final notebook run.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highlighted code to inserted comment.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user's selected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server URL via VS Code settings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result as Javadoc block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10312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/generate endpoint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fine-tuned CodeT5 on startup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decoding (~150ms latency)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10312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CodeT5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codet5-finetuned/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3200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60M-param transformer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the notebook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Hugging Face model directory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3931920"/>
            <a:ext cx="4114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3931920"/>
            <a:ext cx="4114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what's next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hallucinate — they pattern-match rather than execute the code.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frontier LLMs (GPT-4, Claude, Code Llama) outperform this approach zero-shot. The point here is to demonstrate the underlying machinery, not to compete with frontier models on output quality.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and ROUGE are imperfect proxies for human judgment; a useful but differently-worded comment scores 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explore next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zero-shot LLM prompting — quantify the quality, latency, and cost trade-off.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Identifier-aware data augmentation (variable-name synonym substitution) to test whether the model genuinely understands code structure.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programmers rating comments on usefulness, accuracy, and conciseness. N=50 would say more than another decimal of BLEU.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 — fine-tune on the full CodeSearchNet (Java + Python + JS + Go + Ruby + PHP).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Code-Comment Generator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Code-Comment Generator</dc:title>
  <dc:subject>PptxGenJS Presentation</dc:subject>
  <dc:creator>Sharia Areeb</dc:creator>
  <cp:lastModifiedBy>Sharia Areeb</cp:lastModifiedBy>
  <cp:revision>1</cp:revision>
  <dcterms:created xsi:type="dcterms:W3CDTF">2026-05-07T22:18:06Z</dcterms:created>
  <dcterms:modified xsi:type="dcterms:W3CDTF">2026-05-07T22:18:06Z</dcterms:modified>
</cp:coreProperties>
</file>